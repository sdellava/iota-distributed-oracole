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5EB"/>
    <a:srgbClr val="8FC3CF"/>
    <a:srgbClr val="9DD3D3"/>
    <a:srgbClr val="A5D7D4"/>
    <a:srgbClr val="8EBED3"/>
    <a:srgbClr val="8FBED2"/>
    <a:srgbClr val="FAFAFA"/>
    <a:srgbClr val="92C1D3"/>
    <a:srgbClr val="9ED3D3"/>
    <a:srgbClr val="EF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4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EDFAFA-464E-9220-37EB-60A656672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131B-227D-A5C9-2794-C3250C9ED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D32CEC-5674-BF22-478C-6F2BDA53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24DFA6-3A9B-AAC2-6978-3942E868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0DF029-BE66-D866-8E02-69C70B84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47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850926-FE2B-F606-6392-06900672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625DF-E102-E371-9E91-ACA8A194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98F8B2-DB7E-7CDC-E777-D6808A0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28E94F-CA64-61D9-8C5E-84629DC98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6E30AF-C196-6747-BF79-731A005E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0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ADBFD-E46F-A814-55C4-2C3B2184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A908B1-1B5A-48B1-8257-8B14DB307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B86D0B-1BF5-A077-56DD-070DBB546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18EEEB-B885-F728-88CB-44247B21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F9C2F6-C09D-D4D9-B0F9-DB201CD9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28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B8BB21-3D6B-6A3F-620D-5BB712FC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AE5D37-09E5-DDFD-EADC-B8610586D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784DB68-8B9F-C0D7-1371-B3A8B264F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8921BB4-EDF5-A62E-4CFE-6D36039F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E0A1ED-7CBC-4C38-CA90-5FCAF3D8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F580E6-43EC-C16F-FD09-118D8E32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86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1EE77E-7D82-3BB3-21FD-C88E6B49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A2FEF3-0830-6E7B-911F-C89B72D8F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867D0C-303D-049B-EC86-A40FAA58A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A9C8A0-BC48-C93C-EC5D-460A474C2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5607F3-312C-7ED2-FF05-B2D63FAE5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CFE200F-C4CD-398C-DE91-277A95DA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994E342-6C46-03B5-C8B7-5BD15D8A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3CD603C-3AEA-C53B-E6F4-AD666A2B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09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67DD9-0813-6EE9-B902-E4FC55B4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BC421CC-68AF-47C6-DA9B-6031C83B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EB27730-517D-C546-CCE6-03B838DC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622E2DB-B077-DDE8-E1B3-E9ADBC55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51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896A884-54BD-8713-408C-D46AD5EB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E41CF84-8EF4-D98D-BD8B-680E8F3A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9EF46B-C5A8-7DAA-D14D-A4B0CB7A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87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86B3A9-F9B9-E84D-C012-CA9578D8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326E34-663C-0522-E257-186474B6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587115-9F99-8129-1248-DC48A4C57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03A4BC-2781-5ECD-9FDD-5C7089A0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AE624F-E231-E8A3-E605-BA9C9396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25003E-622E-6955-69B7-2380C0BE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33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5E4AE7-F5F0-198C-7320-11DC442B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44A9126-90B6-FA6A-4B4C-4E81378CAA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86CDDFE-66AB-AA61-A620-4FFEDD8F4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69CB16-2A02-E206-6B04-5B820E75B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8D80B5-5AF4-24C8-C706-D55A49795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28B8595-CF40-45AE-6B9A-741E4CAA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45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96AE4-5E0F-674B-9B3F-1AFB8C8F5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99E853C-A650-4D39-5997-DEAA27E12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71E9B0-54C4-A4C7-0BB5-9B3D37CA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1B8E19-3127-BB67-D26A-9C01B882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F2D9FE-0537-B67D-DF63-419C2E0C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75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A544E0C-9D70-8653-1D3C-5A24E950C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C9F0857-E822-D45C-76B5-3730E59B8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55FA12-6B11-BB15-4970-86CF0CA75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8DCAE5-9BD3-D1CF-346A-5ABC9E56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AF14E5E-6E06-32AA-69A8-C039ABE0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264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82AF63A-DB68-7F17-2B84-EE68256DB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D33ABE2-D58A-0559-983B-266C9820C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5C90CB-8C75-40A7-1192-C2F6D3BD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42D07-6675-4B93-8BBE-2FA0BCCE5B84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4BF63A-0270-C2B5-F462-719007977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DC8841-48AE-A4FB-1872-B3C91F8CF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3BD1B-287C-4A91-B7B5-39B916AE9DC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165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uppo 1026">
            <a:extLst>
              <a:ext uri="{FF2B5EF4-FFF2-40B4-BE49-F238E27FC236}">
                <a16:creationId xmlns:a16="http://schemas.microsoft.com/office/drawing/2014/main" id="{A2A86753-45EF-D00A-4535-15196CA6BE5F}"/>
              </a:ext>
            </a:extLst>
          </p:cNvPr>
          <p:cNvGrpSpPr/>
          <p:nvPr/>
        </p:nvGrpSpPr>
        <p:grpSpPr>
          <a:xfrm>
            <a:off x="3754003" y="775148"/>
            <a:ext cx="3532354" cy="3397516"/>
            <a:chOff x="3754003" y="775148"/>
            <a:chExt cx="3532354" cy="3397516"/>
          </a:xfrm>
        </p:grpSpPr>
        <p:pic>
          <p:nvPicPr>
            <p:cNvPr id="509" name="Immagine 508">
              <a:extLst>
                <a:ext uri="{FF2B5EF4-FFF2-40B4-BE49-F238E27FC236}">
                  <a16:creationId xmlns:a16="http://schemas.microsoft.com/office/drawing/2014/main" id="{186B3247-5EAB-72A1-461B-B5DA909FB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0942" y="3197840"/>
              <a:ext cx="134124" cy="140220"/>
            </a:xfrm>
            <a:prstGeom prst="rect">
              <a:avLst/>
            </a:prstGeom>
          </p:spPr>
        </p:pic>
        <p:grpSp>
          <p:nvGrpSpPr>
            <p:cNvPr id="368" name="Gruppo 367">
              <a:extLst>
                <a:ext uri="{FF2B5EF4-FFF2-40B4-BE49-F238E27FC236}">
                  <a16:creationId xmlns:a16="http://schemas.microsoft.com/office/drawing/2014/main" id="{5E12D2B2-DD98-541D-0EBF-F520E1163B1B}"/>
                </a:ext>
              </a:extLst>
            </p:cNvPr>
            <p:cNvGrpSpPr/>
            <p:nvPr/>
          </p:nvGrpSpPr>
          <p:grpSpPr>
            <a:xfrm>
              <a:off x="4150720" y="819144"/>
              <a:ext cx="3053574" cy="3254158"/>
              <a:chOff x="4086101" y="822832"/>
              <a:chExt cx="3053574" cy="3254158"/>
            </a:xfrm>
          </p:grpSpPr>
          <p:cxnSp>
            <p:nvCxnSpPr>
              <p:cNvPr id="510" name="Connettore diritto 509">
                <a:extLst>
                  <a:ext uri="{FF2B5EF4-FFF2-40B4-BE49-F238E27FC236}">
                    <a16:creationId xmlns:a16="http://schemas.microsoft.com/office/drawing/2014/main" id="{F2A693AB-8A28-FCF6-6947-70BEE33F83D6}"/>
                  </a:ext>
                </a:extLst>
              </p:cNvPr>
              <p:cNvCxnSpPr>
                <a:cxnSpLocks/>
                <a:stCxn id="509" idx="1"/>
                <a:endCxn id="385" idx="6"/>
              </p:cNvCxnSpPr>
              <p:nvPr/>
            </p:nvCxnSpPr>
            <p:spPr>
              <a:xfrm flipH="1">
                <a:off x="4117341" y="3271638"/>
                <a:ext cx="618982" cy="182821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Connettore diritto 502">
                <a:extLst>
                  <a:ext uri="{FF2B5EF4-FFF2-40B4-BE49-F238E27FC236}">
                    <a16:creationId xmlns:a16="http://schemas.microsoft.com/office/drawing/2014/main" id="{F4439FEB-6D12-4031-5B51-0390D0ACB923}"/>
                  </a:ext>
                </a:extLst>
              </p:cNvPr>
              <p:cNvCxnSpPr>
                <a:cxnSpLocks/>
                <a:stCxn id="354" idx="4"/>
                <a:endCxn id="393" idx="0"/>
              </p:cNvCxnSpPr>
              <p:nvPr/>
            </p:nvCxnSpPr>
            <p:spPr>
              <a:xfrm>
                <a:off x="4677135" y="2649627"/>
                <a:ext cx="218970" cy="1388839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Connettore diritto 292">
                <a:extLst>
                  <a:ext uri="{FF2B5EF4-FFF2-40B4-BE49-F238E27FC236}">
                    <a16:creationId xmlns:a16="http://schemas.microsoft.com/office/drawing/2014/main" id="{C239B523-4920-44C8-6FAD-ECBF02CF4ECD}"/>
                  </a:ext>
                </a:extLst>
              </p:cNvPr>
              <p:cNvCxnSpPr>
                <a:cxnSpLocks/>
                <a:endCxn id="300" idx="0"/>
              </p:cNvCxnSpPr>
              <p:nvPr/>
            </p:nvCxnSpPr>
            <p:spPr>
              <a:xfrm flipH="1">
                <a:off x="4552850" y="1227813"/>
                <a:ext cx="427397" cy="786602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Ovale 299">
                <a:extLst>
                  <a:ext uri="{FF2B5EF4-FFF2-40B4-BE49-F238E27FC236}">
                    <a16:creationId xmlns:a16="http://schemas.microsoft.com/office/drawing/2014/main" id="{A0E140DD-2328-575B-44FC-06FD24339E29}"/>
                  </a:ext>
                </a:extLst>
              </p:cNvPr>
              <p:cNvSpPr/>
              <p:nvPr/>
            </p:nvSpPr>
            <p:spPr>
              <a:xfrm>
                <a:off x="4483907" y="2014415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2" name="Connettore diritto 301">
                <a:extLst>
                  <a:ext uri="{FF2B5EF4-FFF2-40B4-BE49-F238E27FC236}">
                    <a16:creationId xmlns:a16="http://schemas.microsoft.com/office/drawing/2014/main" id="{1FE1565C-2CCE-5D6B-89A8-520950CCDC29}"/>
                  </a:ext>
                </a:extLst>
              </p:cNvPr>
              <p:cNvCxnSpPr>
                <a:cxnSpLocks/>
                <a:endCxn id="356" idx="5"/>
              </p:cNvCxnSpPr>
              <p:nvPr/>
            </p:nvCxnSpPr>
            <p:spPr>
              <a:xfrm>
                <a:off x="4977190" y="1250906"/>
                <a:ext cx="1317863" cy="1145017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Connettore diritto 304">
                <a:extLst>
                  <a:ext uri="{FF2B5EF4-FFF2-40B4-BE49-F238E27FC236}">
                    <a16:creationId xmlns:a16="http://schemas.microsoft.com/office/drawing/2014/main" id="{77C849B6-3E4F-9144-7D5C-F51194598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5357" y="868440"/>
                <a:ext cx="552460" cy="339379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Connettore diritto 307">
                <a:extLst>
                  <a:ext uri="{FF2B5EF4-FFF2-40B4-BE49-F238E27FC236}">
                    <a16:creationId xmlns:a16="http://schemas.microsoft.com/office/drawing/2014/main" id="{36405457-107F-3295-0D11-DAFE8D4EE7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9972" y="822832"/>
                <a:ext cx="1932814" cy="647431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Connettore diritto 311">
                <a:extLst>
                  <a:ext uri="{FF2B5EF4-FFF2-40B4-BE49-F238E27FC236}">
                    <a16:creationId xmlns:a16="http://schemas.microsoft.com/office/drawing/2014/main" id="{1AC47F18-3E47-42F8-BE46-480B74E1E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50378" y="1181949"/>
                <a:ext cx="686860" cy="336906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Connettore diritto 313">
                <a:extLst>
                  <a:ext uri="{FF2B5EF4-FFF2-40B4-BE49-F238E27FC236}">
                    <a16:creationId xmlns:a16="http://schemas.microsoft.com/office/drawing/2014/main" id="{A51376AA-56F5-35D9-C7EC-FD594079DB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9240" y="1204979"/>
                <a:ext cx="287336" cy="711489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Connettore diritto 317">
                <a:extLst>
                  <a:ext uri="{FF2B5EF4-FFF2-40B4-BE49-F238E27FC236}">
                    <a16:creationId xmlns:a16="http://schemas.microsoft.com/office/drawing/2014/main" id="{E5A7C95E-E902-283B-A2C3-79FD1D23B5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914" y="1524267"/>
                <a:ext cx="921761" cy="1001123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Connettore diritto 320">
                <a:extLst>
                  <a:ext uri="{FF2B5EF4-FFF2-40B4-BE49-F238E27FC236}">
                    <a16:creationId xmlns:a16="http://schemas.microsoft.com/office/drawing/2014/main" id="{CBDFD3C4-9B9F-8DDF-F36E-5E8D85FAEB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7661" y="2341148"/>
                <a:ext cx="438324" cy="455662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Connettore diritto 323">
                <a:extLst>
                  <a:ext uri="{FF2B5EF4-FFF2-40B4-BE49-F238E27FC236}">
                    <a16:creationId xmlns:a16="http://schemas.microsoft.com/office/drawing/2014/main" id="{A351F52E-C727-1CD9-A98D-BBFA222DC2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57884" y="2386584"/>
                <a:ext cx="763775" cy="1026390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Connettore diritto 326">
                <a:extLst>
                  <a:ext uri="{FF2B5EF4-FFF2-40B4-BE49-F238E27FC236}">
                    <a16:creationId xmlns:a16="http://schemas.microsoft.com/office/drawing/2014/main" id="{82200566-E6D6-4E95-B2E6-A3B73DBD48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94971" y="2558936"/>
                <a:ext cx="756619" cy="820670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Connettore diritto 328">
                <a:extLst>
                  <a:ext uri="{FF2B5EF4-FFF2-40B4-BE49-F238E27FC236}">
                    <a16:creationId xmlns:a16="http://schemas.microsoft.com/office/drawing/2014/main" id="{7197127F-FB21-34C7-FC16-E04A5DD2714A}"/>
                  </a:ext>
                </a:extLst>
              </p:cNvPr>
              <p:cNvCxnSpPr>
                <a:cxnSpLocks/>
                <a:stCxn id="300" idx="4"/>
              </p:cNvCxnSpPr>
              <p:nvPr/>
            </p:nvCxnSpPr>
            <p:spPr>
              <a:xfrm>
                <a:off x="4552850" y="2152301"/>
                <a:ext cx="115812" cy="440041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nettore diritto 331">
                <a:extLst>
                  <a:ext uri="{FF2B5EF4-FFF2-40B4-BE49-F238E27FC236}">
                    <a16:creationId xmlns:a16="http://schemas.microsoft.com/office/drawing/2014/main" id="{DF20ED9F-6E24-4EB0-A999-5DC23DEEBC23}"/>
                  </a:ext>
                </a:extLst>
              </p:cNvPr>
              <p:cNvCxnSpPr>
                <a:cxnSpLocks/>
                <a:stCxn id="300" idx="3"/>
              </p:cNvCxnSpPr>
              <p:nvPr/>
            </p:nvCxnSpPr>
            <p:spPr>
              <a:xfrm flipH="1">
                <a:off x="4086101" y="2132108"/>
                <a:ext cx="417999" cy="1303893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Connettore diritto 334">
                <a:extLst>
                  <a:ext uri="{FF2B5EF4-FFF2-40B4-BE49-F238E27FC236}">
                    <a16:creationId xmlns:a16="http://schemas.microsoft.com/office/drawing/2014/main" id="{3D8AA62A-1D60-7D27-0A67-6471FB4049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1283" y="3275188"/>
                <a:ext cx="636601" cy="104418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ttore diritto 337">
                <a:extLst>
                  <a:ext uri="{FF2B5EF4-FFF2-40B4-BE49-F238E27FC236}">
                    <a16:creationId xmlns:a16="http://schemas.microsoft.com/office/drawing/2014/main" id="{1B3D505B-F3B2-B8C3-9E9C-2BB6DB8D65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6576" y="3412099"/>
                <a:ext cx="449825" cy="272693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Connettore diritto 340">
                <a:extLst>
                  <a:ext uri="{FF2B5EF4-FFF2-40B4-BE49-F238E27FC236}">
                    <a16:creationId xmlns:a16="http://schemas.microsoft.com/office/drawing/2014/main" id="{5C610D5D-EDB3-1C51-7DD2-F6F9A7B768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4368" y="3412099"/>
                <a:ext cx="470609" cy="664891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nettore diritto 342">
                <a:extLst>
                  <a:ext uri="{FF2B5EF4-FFF2-40B4-BE49-F238E27FC236}">
                    <a16:creationId xmlns:a16="http://schemas.microsoft.com/office/drawing/2014/main" id="{0882396B-A9CF-D1C0-8745-742254D17C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0636" y="2832289"/>
                <a:ext cx="884034" cy="556636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Connettore diritto 345">
                <a:extLst>
                  <a:ext uri="{FF2B5EF4-FFF2-40B4-BE49-F238E27FC236}">
                    <a16:creationId xmlns:a16="http://schemas.microsoft.com/office/drawing/2014/main" id="{6D484668-04B8-4278-8371-3723770B1E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03738" y="2842875"/>
                <a:ext cx="363487" cy="849018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Connettore diritto 348">
                <a:extLst>
                  <a:ext uri="{FF2B5EF4-FFF2-40B4-BE49-F238E27FC236}">
                    <a16:creationId xmlns:a16="http://schemas.microsoft.com/office/drawing/2014/main" id="{96BEF6AD-6663-5EBD-4852-AD3FC0C633AA}"/>
                  </a:ext>
                </a:extLst>
              </p:cNvPr>
              <p:cNvCxnSpPr>
                <a:cxnSpLocks/>
                <a:stCxn id="358" idx="0"/>
                <a:endCxn id="356" idx="4"/>
              </p:cNvCxnSpPr>
              <p:nvPr/>
            </p:nvCxnSpPr>
            <p:spPr>
              <a:xfrm flipH="1" flipV="1">
                <a:off x="6246303" y="2416116"/>
                <a:ext cx="111834" cy="332172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Connettore diritto 350">
                <a:extLst>
                  <a:ext uri="{FF2B5EF4-FFF2-40B4-BE49-F238E27FC236}">
                    <a16:creationId xmlns:a16="http://schemas.microsoft.com/office/drawing/2014/main" id="{D374BA8D-A7F7-959F-7944-FCF4D614D8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14876" y="1527201"/>
                <a:ext cx="55815" cy="805601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Ovale 353">
                <a:extLst>
                  <a:ext uri="{FF2B5EF4-FFF2-40B4-BE49-F238E27FC236}">
                    <a16:creationId xmlns:a16="http://schemas.microsoft.com/office/drawing/2014/main" id="{5A34B775-1935-07B6-DEA7-AEEC7E5A296D}"/>
                  </a:ext>
                </a:extLst>
              </p:cNvPr>
              <p:cNvSpPr/>
              <p:nvPr/>
            </p:nvSpPr>
            <p:spPr>
              <a:xfrm>
                <a:off x="4608192" y="2511741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5" name="Ovale 354">
                <a:extLst>
                  <a:ext uri="{FF2B5EF4-FFF2-40B4-BE49-F238E27FC236}">
                    <a16:creationId xmlns:a16="http://schemas.microsoft.com/office/drawing/2014/main" id="{56308717-41ED-DD87-6461-137BC4A2DBAC}"/>
                  </a:ext>
                </a:extLst>
              </p:cNvPr>
              <p:cNvSpPr/>
              <p:nvPr/>
            </p:nvSpPr>
            <p:spPr>
              <a:xfrm>
                <a:off x="5378811" y="3313904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6" name="Ovale 355">
                <a:extLst>
                  <a:ext uri="{FF2B5EF4-FFF2-40B4-BE49-F238E27FC236}">
                    <a16:creationId xmlns:a16="http://schemas.microsoft.com/office/drawing/2014/main" id="{203F8D3E-9F0D-363F-FDAC-1955C3A56D0A}"/>
                  </a:ext>
                </a:extLst>
              </p:cNvPr>
              <p:cNvSpPr/>
              <p:nvPr/>
            </p:nvSpPr>
            <p:spPr>
              <a:xfrm>
                <a:off x="6177360" y="2278230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7" name="Ovale 356">
                <a:extLst>
                  <a:ext uri="{FF2B5EF4-FFF2-40B4-BE49-F238E27FC236}">
                    <a16:creationId xmlns:a16="http://schemas.microsoft.com/office/drawing/2014/main" id="{C68699CC-BDCB-820D-EFC5-0F99D9E52228}"/>
                  </a:ext>
                </a:extLst>
              </p:cNvPr>
              <p:cNvSpPr/>
              <p:nvPr/>
            </p:nvSpPr>
            <p:spPr>
              <a:xfrm>
                <a:off x="5436842" y="1143663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8" name="Ovale 357">
                <a:extLst>
                  <a:ext uri="{FF2B5EF4-FFF2-40B4-BE49-F238E27FC236}">
                    <a16:creationId xmlns:a16="http://schemas.microsoft.com/office/drawing/2014/main" id="{D039909F-88E4-3BA4-5CDA-790548204D31}"/>
                  </a:ext>
                </a:extLst>
              </p:cNvPr>
              <p:cNvSpPr/>
              <p:nvPr/>
            </p:nvSpPr>
            <p:spPr>
              <a:xfrm>
                <a:off x="6289194" y="2748288"/>
                <a:ext cx="137886" cy="137886"/>
              </a:xfrm>
              <a:prstGeom prst="ellipse">
                <a:avLst/>
              </a:prstGeom>
              <a:solidFill>
                <a:srgbClr val="D4E5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65" name="Connettore diritto 364">
                <a:extLst>
                  <a:ext uri="{FF2B5EF4-FFF2-40B4-BE49-F238E27FC236}">
                    <a16:creationId xmlns:a16="http://schemas.microsoft.com/office/drawing/2014/main" id="{DF952F7E-4284-1CE5-C2B1-AD784C2FF601}"/>
                  </a:ext>
                </a:extLst>
              </p:cNvPr>
              <p:cNvCxnSpPr>
                <a:cxnSpLocks/>
                <a:endCxn id="300" idx="1"/>
              </p:cNvCxnSpPr>
              <p:nvPr/>
            </p:nvCxnSpPr>
            <p:spPr>
              <a:xfrm>
                <a:off x="4145643" y="1490201"/>
                <a:ext cx="358457" cy="544407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" name="Connettore diritto 2">
                <a:extLst>
                  <a:ext uri="{FF2B5EF4-FFF2-40B4-BE49-F238E27FC236}">
                    <a16:creationId xmlns:a16="http://schemas.microsoft.com/office/drawing/2014/main" id="{EE744AD2-CF09-6D9E-4F25-CB544C661BDC}"/>
                  </a:ext>
                </a:extLst>
              </p:cNvPr>
              <p:cNvCxnSpPr>
                <a:cxnSpLocks/>
                <a:endCxn id="385" idx="6"/>
              </p:cNvCxnSpPr>
              <p:nvPr/>
            </p:nvCxnSpPr>
            <p:spPr>
              <a:xfrm flipH="1">
                <a:off x="4117341" y="2640271"/>
                <a:ext cx="512180" cy="814188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Connettore diritto 1027">
                <a:extLst>
                  <a:ext uri="{FF2B5EF4-FFF2-40B4-BE49-F238E27FC236}">
                    <a16:creationId xmlns:a16="http://schemas.microsoft.com/office/drawing/2014/main" id="{CE180AE1-5EB8-FE39-35E8-A2A7AF7447C2}"/>
                  </a:ext>
                </a:extLst>
              </p:cNvPr>
              <p:cNvCxnSpPr>
                <a:cxnSpLocks/>
                <a:stCxn id="357" idx="7"/>
              </p:cNvCxnSpPr>
              <p:nvPr/>
            </p:nvCxnSpPr>
            <p:spPr>
              <a:xfrm flipV="1">
                <a:off x="5554535" y="885246"/>
                <a:ext cx="408431" cy="278610"/>
              </a:xfrm>
              <a:prstGeom prst="line">
                <a:avLst/>
              </a:prstGeom>
              <a:ln>
                <a:solidFill>
                  <a:srgbClr val="D4E5E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9" name="Gruppo 368">
              <a:extLst>
                <a:ext uri="{FF2B5EF4-FFF2-40B4-BE49-F238E27FC236}">
                  <a16:creationId xmlns:a16="http://schemas.microsoft.com/office/drawing/2014/main" id="{5750D3FA-4027-056C-5357-BAEB803366DC}"/>
                </a:ext>
              </a:extLst>
            </p:cNvPr>
            <p:cNvGrpSpPr/>
            <p:nvPr/>
          </p:nvGrpSpPr>
          <p:grpSpPr>
            <a:xfrm>
              <a:off x="3754003" y="775148"/>
              <a:ext cx="3532354" cy="3397516"/>
              <a:chOff x="3703779" y="775148"/>
              <a:chExt cx="3532354" cy="3397516"/>
            </a:xfrm>
          </p:grpSpPr>
          <p:cxnSp>
            <p:nvCxnSpPr>
              <p:cNvPr id="370" name="Connettore diritto 369">
                <a:extLst>
                  <a:ext uri="{FF2B5EF4-FFF2-40B4-BE49-F238E27FC236}">
                    <a16:creationId xmlns:a16="http://schemas.microsoft.com/office/drawing/2014/main" id="{5C005CE6-4164-21BB-D23F-E7151C4948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90307" y="835479"/>
                <a:ext cx="859972" cy="615042"/>
              </a:xfrm>
              <a:prstGeom prst="line">
                <a:avLst/>
              </a:prstGeom>
              <a:ln w="25400">
                <a:solidFill>
                  <a:srgbClr val="A5D7D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Connettore diritto 370">
                <a:extLst>
                  <a:ext uri="{FF2B5EF4-FFF2-40B4-BE49-F238E27FC236}">
                    <a16:creationId xmlns:a16="http://schemas.microsoft.com/office/drawing/2014/main" id="{ADE00471-D9B1-045E-3672-3F98412965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50279" y="835479"/>
                <a:ext cx="1064078" cy="0"/>
              </a:xfrm>
              <a:prstGeom prst="line">
                <a:avLst/>
              </a:prstGeom>
              <a:ln w="28575">
                <a:solidFill>
                  <a:srgbClr val="A5D7D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Connettore diritto 371">
                <a:extLst>
                  <a:ext uri="{FF2B5EF4-FFF2-40B4-BE49-F238E27FC236}">
                    <a16:creationId xmlns:a16="http://schemas.microsoft.com/office/drawing/2014/main" id="{6989A78A-3560-C769-3D80-53AC8C0757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4876" y="1512958"/>
                <a:ext cx="625846" cy="21631"/>
              </a:xfrm>
              <a:prstGeom prst="line">
                <a:avLst/>
              </a:prstGeom>
              <a:ln w="31750">
                <a:solidFill>
                  <a:srgbClr val="AFE2D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3" name="Gruppo 372">
                <a:extLst>
                  <a:ext uri="{FF2B5EF4-FFF2-40B4-BE49-F238E27FC236}">
                    <a16:creationId xmlns:a16="http://schemas.microsoft.com/office/drawing/2014/main" id="{ACE9C308-72B9-975D-5A39-54BA13F61031}"/>
                  </a:ext>
                </a:extLst>
              </p:cNvPr>
              <p:cNvGrpSpPr/>
              <p:nvPr/>
            </p:nvGrpSpPr>
            <p:grpSpPr>
              <a:xfrm>
                <a:off x="3757286" y="825542"/>
                <a:ext cx="3405265" cy="3288845"/>
                <a:chOff x="3767519" y="835478"/>
                <a:chExt cx="3395281" cy="3288845"/>
              </a:xfrm>
            </p:grpSpPr>
            <p:cxnSp>
              <p:nvCxnSpPr>
                <p:cNvPr id="395" name="Connettore diritto 394">
                  <a:extLst>
                    <a:ext uri="{FF2B5EF4-FFF2-40B4-BE49-F238E27FC236}">
                      <a16:creationId xmlns:a16="http://schemas.microsoft.com/office/drawing/2014/main" id="{44784D0E-84B2-7C30-B7F1-5637032806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69179" y="1447120"/>
                  <a:ext cx="321128" cy="998083"/>
                </a:xfrm>
                <a:prstGeom prst="line">
                  <a:avLst/>
                </a:prstGeom>
                <a:ln w="25400">
                  <a:solidFill>
                    <a:srgbClr val="92C1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Connettore diritto 395">
                  <a:extLst>
                    <a:ext uri="{FF2B5EF4-FFF2-40B4-BE49-F238E27FC236}">
                      <a16:creationId xmlns:a16="http://schemas.microsoft.com/office/drawing/2014/main" id="{AA69F094-9EA5-978A-A283-866197F5A5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71257" y="3454854"/>
                  <a:ext cx="843643" cy="645432"/>
                </a:xfrm>
                <a:prstGeom prst="line">
                  <a:avLst/>
                </a:prstGeom>
                <a:ln w="381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Connettore diritto 396">
                  <a:extLst>
                    <a:ext uri="{FF2B5EF4-FFF2-40B4-BE49-F238E27FC236}">
                      <a16:creationId xmlns:a16="http://schemas.microsoft.com/office/drawing/2014/main" id="{DDF8511B-A426-49DB-911B-13477A84E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9179" y="2449286"/>
                  <a:ext cx="302078" cy="1005568"/>
                </a:xfrm>
                <a:prstGeom prst="line">
                  <a:avLst/>
                </a:prstGeom>
                <a:ln w="25400">
                  <a:solidFill>
                    <a:srgbClr val="8FBED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8" name="Gruppo 397">
                  <a:extLst>
                    <a:ext uri="{FF2B5EF4-FFF2-40B4-BE49-F238E27FC236}">
                      <a16:creationId xmlns:a16="http://schemas.microsoft.com/office/drawing/2014/main" id="{2CFF86BE-08B2-39CD-0FDE-2FCC13BD7FE5}"/>
                    </a:ext>
                  </a:extLst>
                </p:cNvPr>
                <p:cNvGrpSpPr/>
                <p:nvPr/>
              </p:nvGrpSpPr>
              <p:grpSpPr>
                <a:xfrm>
                  <a:off x="4065355" y="835478"/>
                  <a:ext cx="3097445" cy="3288845"/>
                  <a:chOff x="4065355" y="835478"/>
                  <a:chExt cx="3097445" cy="3288845"/>
                </a:xfrm>
              </p:grpSpPr>
              <p:grpSp>
                <p:nvGrpSpPr>
                  <p:cNvPr id="407" name="Gruppo 406">
                    <a:extLst>
                      <a:ext uri="{FF2B5EF4-FFF2-40B4-BE49-F238E27FC236}">
                        <a16:creationId xmlns:a16="http://schemas.microsoft.com/office/drawing/2014/main" id="{57B65A4D-CD63-7E59-FB49-64AD37EDA4E0}"/>
                      </a:ext>
                    </a:extLst>
                  </p:cNvPr>
                  <p:cNvGrpSpPr/>
                  <p:nvPr/>
                </p:nvGrpSpPr>
                <p:grpSpPr>
                  <a:xfrm>
                    <a:off x="4065355" y="846354"/>
                    <a:ext cx="2758173" cy="3277969"/>
                    <a:chOff x="4065355" y="846354"/>
                    <a:chExt cx="2758173" cy="3277969"/>
                  </a:xfrm>
                </p:grpSpPr>
                <p:cxnSp>
                  <p:nvCxnSpPr>
                    <p:cNvPr id="428" name="Connettore diritto 427">
                      <a:extLst>
                        <a:ext uri="{FF2B5EF4-FFF2-40B4-BE49-F238E27FC236}">
                          <a16:creationId xmlns:a16="http://schemas.microsoft.com/office/drawing/2014/main" id="{D8D91296-4586-A70D-5249-A44E00CADF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70814" y="3509282"/>
                      <a:ext cx="852714" cy="598261"/>
                    </a:xfrm>
                    <a:prstGeom prst="line">
                      <a:avLst/>
                    </a:prstGeom>
                    <a:ln w="38100">
                      <a:solidFill>
                        <a:srgbClr val="8DC3CF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29" name="Gruppo 428">
                      <a:extLst>
                        <a:ext uri="{FF2B5EF4-FFF2-40B4-BE49-F238E27FC236}">
                          <a16:creationId xmlns:a16="http://schemas.microsoft.com/office/drawing/2014/main" id="{2CF0808B-C0CA-820B-C9EF-6A3051F64C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65355" y="846354"/>
                      <a:ext cx="2174845" cy="3277969"/>
                      <a:chOff x="4065355" y="846354"/>
                      <a:chExt cx="2174845" cy="3277969"/>
                    </a:xfrm>
                  </p:grpSpPr>
                  <p:cxnSp>
                    <p:nvCxnSpPr>
                      <p:cNvPr id="431" name="Connettore diritto 430">
                        <a:extLst>
                          <a:ext uri="{FF2B5EF4-FFF2-40B4-BE49-F238E27FC236}">
                            <a16:creationId xmlns:a16="http://schemas.microsoft.com/office/drawing/2014/main" id="{739A5288-C87E-C35A-F9BE-EB1DE4746BB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14900" y="4100286"/>
                        <a:ext cx="1055914" cy="4083"/>
                      </a:xfrm>
                      <a:prstGeom prst="line">
                        <a:avLst/>
                      </a:prstGeom>
                      <a:ln w="38100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2" name="Connettore diritto 431">
                        <a:extLst>
                          <a:ext uri="{FF2B5EF4-FFF2-40B4-BE49-F238E27FC236}">
                            <a16:creationId xmlns:a16="http://schemas.microsoft.com/office/drawing/2014/main" id="{FD196A84-35E9-0662-98DA-450E09C71DC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14900" y="3712483"/>
                        <a:ext cx="1012371" cy="391432"/>
                      </a:xfrm>
                      <a:prstGeom prst="line">
                        <a:avLst/>
                      </a:prstGeom>
                      <a:ln w="28575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3" name="Connettore diritto 432">
                        <a:extLst>
                          <a:ext uri="{FF2B5EF4-FFF2-40B4-BE49-F238E27FC236}">
                            <a16:creationId xmlns:a16="http://schemas.microsoft.com/office/drawing/2014/main" id="{44B361E6-BCAA-8EE3-C690-5CE51E7598F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970814" y="3712029"/>
                        <a:ext cx="0" cy="412294"/>
                      </a:xfrm>
                      <a:prstGeom prst="line">
                        <a:avLst/>
                      </a:prstGeom>
                      <a:ln w="28575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4" name="Connettore diritto 433">
                        <a:extLst>
                          <a:ext uri="{FF2B5EF4-FFF2-40B4-BE49-F238E27FC236}">
                            <a16:creationId xmlns:a16="http://schemas.microsoft.com/office/drawing/2014/main" id="{3F88F9BA-C0CD-F240-AAB9-74B4E654070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00158" y="3429000"/>
                        <a:ext cx="1240487" cy="277472"/>
                      </a:xfrm>
                      <a:prstGeom prst="line">
                        <a:avLst/>
                      </a:prstGeom>
                      <a:ln w="28575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5" name="Connettore diritto 434">
                        <a:extLst>
                          <a:ext uri="{FF2B5EF4-FFF2-40B4-BE49-F238E27FC236}">
                            <a16:creationId xmlns:a16="http://schemas.microsoft.com/office/drawing/2014/main" id="{2B46DE33-C00F-9048-E8BC-2B1E88ADF3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712272" y="3018634"/>
                        <a:ext cx="1028191" cy="410994"/>
                      </a:xfrm>
                      <a:prstGeom prst="line">
                        <a:avLst/>
                      </a:prstGeom>
                      <a:ln w="28575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6" name="Connettore diritto 435">
                        <a:extLst>
                          <a:ext uri="{FF2B5EF4-FFF2-40B4-BE49-F238E27FC236}">
                            <a16:creationId xmlns:a16="http://schemas.microsoft.com/office/drawing/2014/main" id="{54A182CC-FD61-0506-330E-5CEF2A9B1EA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9103" y="2682084"/>
                        <a:ext cx="763113" cy="347291"/>
                      </a:xfrm>
                      <a:prstGeom prst="line">
                        <a:avLst/>
                      </a:prstGeom>
                      <a:ln w="28575">
                        <a:solidFill>
                          <a:srgbClr val="9FBCC2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7" name="Connettore diritto 436">
                        <a:extLst>
                          <a:ext uri="{FF2B5EF4-FFF2-40B4-BE49-F238E27FC236}">
                            <a16:creationId xmlns:a16="http://schemas.microsoft.com/office/drawing/2014/main" id="{2784E4F5-9FDD-6DE3-D958-A2B6D0DBBEE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711648" y="2682084"/>
                        <a:ext cx="255600" cy="721690"/>
                      </a:xfrm>
                      <a:prstGeom prst="line">
                        <a:avLst/>
                      </a:prstGeom>
                      <a:ln w="28575">
                        <a:solidFill>
                          <a:srgbClr val="9FBCC2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8" name="Connettore diritto 437">
                        <a:extLst>
                          <a:ext uri="{FF2B5EF4-FFF2-40B4-BE49-F238E27FC236}">
                            <a16:creationId xmlns:a16="http://schemas.microsoft.com/office/drawing/2014/main" id="{30258574-27B0-A65E-16F2-31CC5FB9C7D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4230914" y="1933828"/>
                        <a:ext cx="980311" cy="228801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9" name="Connettore diritto 438">
                        <a:extLst>
                          <a:ext uri="{FF2B5EF4-FFF2-40B4-BE49-F238E27FC236}">
                            <a16:creationId xmlns:a16="http://schemas.microsoft.com/office/drawing/2014/main" id="{CFEB060F-2B02-2BA2-7D83-7CB874929C7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82176" y="1214915"/>
                        <a:ext cx="217539" cy="699919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0" name="Connettore diritto 439">
                        <a:extLst>
                          <a:ext uri="{FF2B5EF4-FFF2-40B4-BE49-F238E27FC236}">
                            <a16:creationId xmlns:a16="http://schemas.microsoft.com/office/drawing/2014/main" id="{F8E530EC-4E87-428A-73B7-9B0BFA41C1A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96672" y="1222264"/>
                        <a:ext cx="1243528" cy="311939"/>
                      </a:xfrm>
                      <a:prstGeom prst="line">
                        <a:avLst/>
                      </a:prstGeom>
                      <a:ln w="28575">
                        <a:solidFill>
                          <a:srgbClr val="AADFD7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1" name="Connettore diritto 440">
                        <a:extLst>
                          <a:ext uri="{FF2B5EF4-FFF2-40B4-BE49-F238E27FC236}">
                            <a16:creationId xmlns:a16="http://schemas.microsoft.com/office/drawing/2014/main" id="{CC5348F0-B13A-274E-E981-95EB3C9411E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211225" y="1536875"/>
                        <a:ext cx="1000182" cy="377876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2" name="Connettore diritto 441">
                        <a:extLst>
                          <a:ext uri="{FF2B5EF4-FFF2-40B4-BE49-F238E27FC236}">
                            <a16:creationId xmlns:a16="http://schemas.microsoft.com/office/drawing/2014/main" id="{E00A9645-D8F5-3A6E-F449-259B2CA95D8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004649" y="846354"/>
                        <a:ext cx="1000182" cy="377876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3" name="Connettore diritto 442">
                        <a:extLst>
                          <a:ext uri="{FF2B5EF4-FFF2-40B4-BE49-F238E27FC236}">
                            <a16:creationId xmlns:a16="http://schemas.microsoft.com/office/drawing/2014/main" id="{A9171138-B479-525A-8384-97CCB519D55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065355" y="1229627"/>
                        <a:ext cx="901893" cy="224068"/>
                      </a:xfrm>
                      <a:prstGeom prst="line">
                        <a:avLst/>
                      </a:prstGeom>
                      <a:ln w="28575">
                        <a:solidFill>
                          <a:srgbClr val="9ED3D3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4" name="Connettore diritto 443">
                        <a:extLst>
                          <a:ext uri="{FF2B5EF4-FFF2-40B4-BE49-F238E27FC236}">
                            <a16:creationId xmlns:a16="http://schemas.microsoft.com/office/drawing/2014/main" id="{0881F111-BC6A-BE15-C36F-138816F96F4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4096727" y="1454345"/>
                        <a:ext cx="128643" cy="685336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5" name="Connettore diritto 444">
                        <a:extLst>
                          <a:ext uri="{FF2B5EF4-FFF2-40B4-BE49-F238E27FC236}">
                            <a16:creationId xmlns:a16="http://schemas.microsoft.com/office/drawing/2014/main" id="{172128A1-EED9-EC93-5356-E9693E87780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239866" y="1218181"/>
                        <a:ext cx="747548" cy="910726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6" name="Connettore diritto 445">
                        <a:extLst>
                          <a:ext uri="{FF2B5EF4-FFF2-40B4-BE49-F238E27FC236}">
                            <a16:creationId xmlns:a16="http://schemas.microsoft.com/office/drawing/2014/main" id="{01A70AC1-AEEB-36A7-0C4B-BCF6B6FB61A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122204" y="1238399"/>
                        <a:ext cx="870410" cy="209935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7" name="Connettore diritto 446">
                        <a:extLst>
                          <a:ext uri="{FF2B5EF4-FFF2-40B4-BE49-F238E27FC236}">
                            <a16:creationId xmlns:a16="http://schemas.microsoft.com/office/drawing/2014/main" id="{95F6EB99-86E9-CD3D-91BD-8420C28DF4C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4957645" y="858111"/>
                        <a:ext cx="31458" cy="370866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8" name="Connettore diritto 447">
                        <a:extLst>
                          <a:ext uri="{FF2B5EF4-FFF2-40B4-BE49-F238E27FC236}">
                            <a16:creationId xmlns:a16="http://schemas.microsoft.com/office/drawing/2014/main" id="{226ED81F-9A02-770B-93F1-BCF679AE176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208716" y="1933374"/>
                        <a:ext cx="767652" cy="299968"/>
                      </a:xfrm>
                      <a:prstGeom prst="line">
                        <a:avLst/>
                      </a:prstGeom>
                      <a:ln w="28575">
                        <a:solidFill>
                          <a:srgbClr val="98CED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9" name="Connettore diritto 448">
                        <a:extLst>
                          <a:ext uri="{FF2B5EF4-FFF2-40B4-BE49-F238E27FC236}">
                            <a16:creationId xmlns:a16="http://schemas.microsoft.com/office/drawing/2014/main" id="{3E852B63-890B-FC45-8419-3D8DE6299D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02610" y="3445937"/>
                        <a:ext cx="218989" cy="654349"/>
                      </a:xfrm>
                      <a:prstGeom prst="line">
                        <a:avLst/>
                      </a:prstGeom>
                      <a:ln w="28575">
                        <a:solidFill>
                          <a:srgbClr val="8CBD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30" name="Connettore diritto 429">
                      <a:extLst>
                        <a:ext uri="{FF2B5EF4-FFF2-40B4-BE49-F238E27FC236}">
                          <a16:creationId xmlns:a16="http://schemas.microsoft.com/office/drawing/2014/main" id="{8EEE3160-6C28-F209-5299-6FEAF120F0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42306" y="3516383"/>
                      <a:ext cx="881222" cy="195646"/>
                    </a:xfrm>
                    <a:prstGeom prst="line">
                      <a:avLst/>
                    </a:prstGeom>
                    <a:ln w="28575">
                      <a:solidFill>
                        <a:srgbClr val="8CBDD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08" name="Gruppo 407">
                    <a:extLst>
                      <a:ext uri="{FF2B5EF4-FFF2-40B4-BE49-F238E27FC236}">
                        <a16:creationId xmlns:a16="http://schemas.microsoft.com/office/drawing/2014/main" id="{42FCCFF2-CC38-0984-DA8B-C50706BF4E38}"/>
                      </a:ext>
                    </a:extLst>
                  </p:cNvPr>
                  <p:cNvGrpSpPr/>
                  <p:nvPr/>
                </p:nvGrpSpPr>
                <p:grpSpPr>
                  <a:xfrm>
                    <a:off x="5750131" y="835478"/>
                    <a:ext cx="1412669" cy="3241226"/>
                    <a:chOff x="5750131" y="835478"/>
                    <a:chExt cx="1412669" cy="3241226"/>
                  </a:xfrm>
                </p:grpSpPr>
                <p:grpSp>
                  <p:nvGrpSpPr>
                    <p:cNvPr id="409" name="Gruppo 408">
                      <a:extLst>
                        <a:ext uri="{FF2B5EF4-FFF2-40B4-BE49-F238E27FC236}">
                          <a16:creationId xmlns:a16="http://schemas.microsoft.com/office/drawing/2014/main" id="{A2DA8A63-146F-7D4A-93AD-A095B62844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70814" y="835478"/>
                      <a:ext cx="1191986" cy="3241226"/>
                      <a:chOff x="5970814" y="835478"/>
                      <a:chExt cx="1191986" cy="3241226"/>
                    </a:xfrm>
                  </p:grpSpPr>
                  <p:cxnSp>
                    <p:nvCxnSpPr>
                      <p:cNvPr id="415" name="Connettore diritto 414">
                        <a:extLst>
                          <a:ext uri="{FF2B5EF4-FFF2-40B4-BE49-F238E27FC236}">
                            <a16:creationId xmlns:a16="http://schemas.microsoft.com/office/drawing/2014/main" id="{7801D7C1-F08D-0D96-9ADD-36E7CDA72E4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5970814" y="2512162"/>
                        <a:ext cx="1191986" cy="1564542"/>
                      </a:xfrm>
                      <a:prstGeom prst="line">
                        <a:avLst/>
                      </a:prstGeom>
                      <a:ln w="22225">
                        <a:solidFill>
                          <a:srgbClr val="C2D4D4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16" name="Gruppo 415">
                        <a:extLst>
                          <a:ext uri="{FF2B5EF4-FFF2-40B4-BE49-F238E27FC236}">
                            <a16:creationId xmlns:a16="http://schemas.microsoft.com/office/drawing/2014/main" id="{8803D3C0-3CBF-33D5-681A-4097DBB0A4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987295" y="835478"/>
                        <a:ext cx="1175505" cy="2684690"/>
                        <a:chOff x="5987295" y="835478"/>
                        <a:chExt cx="1175505" cy="2684690"/>
                      </a:xfrm>
                    </p:grpSpPr>
                    <p:cxnSp>
                      <p:nvCxnSpPr>
                        <p:cNvPr id="417" name="Connettore diritto 416">
                          <a:extLst>
                            <a:ext uri="{FF2B5EF4-FFF2-40B4-BE49-F238E27FC236}">
                              <a16:creationId xmlns:a16="http://schemas.microsoft.com/office/drawing/2014/main" id="{0201B20F-5CBD-6EBF-DD20-F157D79168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6014357" y="835479"/>
                          <a:ext cx="859972" cy="670378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AFE2D9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418" name="Gruppo 417">
                          <a:extLst>
                            <a:ext uri="{FF2B5EF4-FFF2-40B4-BE49-F238E27FC236}">
                              <a16:creationId xmlns:a16="http://schemas.microsoft.com/office/drawing/2014/main" id="{3B549763-17FE-28D2-3C96-A2CDB0D535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98226" y="1499621"/>
                          <a:ext cx="464574" cy="2020547"/>
                          <a:chOff x="6698226" y="1499621"/>
                          <a:chExt cx="464574" cy="2020547"/>
                        </a:xfrm>
                      </p:grpSpPr>
                      <p:cxnSp>
                        <p:nvCxnSpPr>
                          <p:cNvPr id="422" name="Connettore diritto 421">
                            <a:extLst>
                              <a:ext uri="{FF2B5EF4-FFF2-40B4-BE49-F238E27FC236}">
                                <a16:creationId xmlns:a16="http://schemas.microsoft.com/office/drawing/2014/main" id="{DFD66CE1-2678-409B-89F2-512C754B3F1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6874329" y="1505857"/>
                            <a:ext cx="288471" cy="1019629"/>
                          </a:xfrm>
                          <a:prstGeom prst="line">
                            <a:avLst/>
                          </a:prstGeom>
                          <a:ln w="38100">
                            <a:solidFill>
                              <a:srgbClr val="AFE2D9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423" name="Gruppo 422">
                            <a:extLst>
                              <a:ext uri="{FF2B5EF4-FFF2-40B4-BE49-F238E27FC236}">
                                <a16:creationId xmlns:a16="http://schemas.microsoft.com/office/drawing/2014/main" id="{26D1D719-ED09-9152-A030-325C34C7D64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704926" y="2525486"/>
                            <a:ext cx="457874" cy="994682"/>
                            <a:chOff x="6704926" y="2525486"/>
                            <a:chExt cx="457874" cy="994682"/>
                          </a:xfrm>
                        </p:grpSpPr>
                        <p:cxnSp>
                          <p:nvCxnSpPr>
                            <p:cNvPr id="425" name="Connettore diritto 424">
                              <a:extLst>
                                <a:ext uri="{FF2B5EF4-FFF2-40B4-BE49-F238E27FC236}">
                                  <a16:creationId xmlns:a16="http://schemas.microsoft.com/office/drawing/2014/main" id="{362D0D57-72E5-9101-E70B-47DD41BF002F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6823528" y="2525486"/>
                              <a:ext cx="339272" cy="994682"/>
                            </a:xfrm>
                            <a:prstGeom prst="line">
                              <a:avLst/>
                            </a:prstGeom>
                            <a:ln w="38100">
                              <a:solidFill>
                                <a:srgbClr val="96CBD0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26" name="Connettore diritto 425">
                              <a:extLst>
                                <a:ext uri="{FF2B5EF4-FFF2-40B4-BE49-F238E27FC236}">
                                  <a16:creationId xmlns:a16="http://schemas.microsoft.com/office/drawing/2014/main" id="{62335B7D-21C1-88A0-A184-D7105B569069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6708355" y="2525486"/>
                              <a:ext cx="447121" cy="293914"/>
                            </a:xfrm>
                            <a:prstGeom prst="line">
                              <a:avLst/>
                            </a:prstGeom>
                            <a:ln w="28575">
                              <a:solidFill>
                                <a:srgbClr val="96CBD0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427" name="Connettore diritto 426">
                              <a:extLst>
                                <a:ext uri="{FF2B5EF4-FFF2-40B4-BE49-F238E27FC236}">
                                  <a16:creationId xmlns:a16="http://schemas.microsoft.com/office/drawing/2014/main" id="{8E9E36DB-74FC-0818-52A5-895A26CB557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 flipV="1">
                              <a:off x="6704926" y="2819400"/>
                              <a:ext cx="129355" cy="689882"/>
                            </a:xfrm>
                            <a:prstGeom prst="line">
                              <a:avLst/>
                            </a:prstGeom>
                            <a:ln w="22225">
                              <a:solidFill>
                                <a:srgbClr val="96CBD0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424" name="Connettore diritto 423">
                            <a:extLst>
                              <a:ext uri="{FF2B5EF4-FFF2-40B4-BE49-F238E27FC236}">
                                <a16:creationId xmlns:a16="http://schemas.microsoft.com/office/drawing/2014/main" id="{746FECCD-B732-4917-549A-7A226A19404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6698226" y="1499621"/>
                            <a:ext cx="154248" cy="1326016"/>
                          </a:xfrm>
                          <a:prstGeom prst="line">
                            <a:avLst/>
                          </a:prstGeom>
                          <a:ln w="22225">
                            <a:solidFill>
                              <a:srgbClr val="AFE2D9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419" name="Connettore diritto 418">
                          <a:extLst>
                            <a:ext uri="{FF2B5EF4-FFF2-40B4-BE49-F238E27FC236}">
                              <a16:creationId xmlns:a16="http://schemas.microsoft.com/office/drawing/2014/main" id="{9884126A-AA9A-6324-094D-12DF10EB34F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6014357" y="835478"/>
                          <a:ext cx="222374" cy="683647"/>
                        </a:xfrm>
                        <a:prstGeom prst="line">
                          <a:avLst/>
                        </a:prstGeom>
                        <a:ln w="25400">
                          <a:solidFill>
                            <a:srgbClr val="AFE2D9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20" name="Connettore diritto 419">
                          <a:extLst>
                            <a:ext uri="{FF2B5EF4-FFF2-40B4-BE49-F238E27FC236}">
                              <a16:creationId xmlns:a16="http://schemas.microsoft.com/office/drawing/2014/main" id="{69966038-8511-37FA-958D-A61142A1E8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6236731" y="1551087"/>
                          <a:ext cx="473638" cy="1302559"/>
                        </a:xfrm>
                        <a:prstGeom prst="line">
                          <a:avLst/>
                        </a:prstGeom>
                        <a:ln w="22225">
                          <a:solidFill>
                            <a:srgbClr val="ABE0D8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21" name="Connettore diritto 420">
                          <a:extLst>
                            <a:ext uri="{FF2B5EF4-FFF2-40B4-BE49-F238E27FC236}">
                              <a16:creationId xmlns:a16="http://schemas.microsoft.com/office/drawing/2014/main" id="{91183C28-6FF9-16F9-B929-7D7836A722D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5987295" y="1548250"/>
                          <a:ext cx="237926" cy="676581"/>
                        </a:xfrm>
                        <a:prstGeom prst="line">
                          <a:avLst/>
                        </a:prstGeom>
                        <a:ln w="22225">
                          <a:solidFill>
                            <a:srgbClr val="ABE0D8"/>
                          </a:solidFill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chemeClr val="accent1"/>
                        </a:fillRef>
                        <a:effectRef idx="1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410" name="Connettore diritto 409">
                      <a:extLst>
                        <a:ext uri="{FF2B5EF4-FFF2-40B4-BE49-F238E27FC236}">
                          <a16:creationId xmlns:a16="http://schemas.microsoft.com/office/drawing/2014/main" id="{E2DBE287-0654-594D-B2F2-27644F7960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752840" y="2816226"/>
                      <a:ext cx="944762" cy="206601"/>
                    </a:xfrm>
                    <a:prstGeom prst="line">
                      <a:avLst/>
                    </a:prstGeom>
                    <a:ln w="28575">
                      <a:solidFill>
                        <a:srgbClr val="8CBDD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1" name="Connettore diritto 410">
                      <a:extLst>
                        <a:ext uri="{FF2B5EF4-FFF2-40B4-BE49-F238E27FC236}">
                          <a16:creationId xmlns:a16="http://schemas.microsoft.com/office/drawing/2014/main" id="{CB1D7573-5BA2-7AD3-D4E6-89382FF583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750131" y="3042216"/>
                      <a:ext cx="201267" cy="667093"/>
                    </a:xfrm>
                    <a:prstGeom prst="line">
                      <a:avLst/>
                    </a:prstGeom>
                    <a:ln w="28575">
                      <a:solidFill>
                        <a:srgbClr val="8CBDD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2" name="Connettore diritto 411">
                      <a:extLst>
                        <a:ext uri="{FF2B5EF4-FFF2-40B4-BE49-F238E27FC236}">
                          <a16:creationId xmlns:a16="http://schemas.microsoft.com/office/drawing/2014/main" id="{2FC10DA0-7393-82B2-5533-74B37FC0CC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5951398" y="2832724"/>
                      <a:ext cx="746204" cy="873748"/>
                    </a:xfrm>
                    <a:prstGeom prst="line">
                      <a:avLst/>
                    </a:prstGeom>
                    <a:ln w="28575">
                      <a:solidFill>
                        <a:srgbClr val="8CBDD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3" name="Connettore diritto 412">
                      <a:extLst>
                        <a:ext uri="{FF2B5EF4-FFF2-40B4-BE49-F238E27FC236}">
                          <a16:creationId xmlns:a16="http://schemas.microsoft.com/office/drawing/2014/main" id="{6A4F933C-C2F2-071F-2D17-D6DC0B45DC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750131" y="2261066"/>
                      <a:ext cx="230464" cy="757976"/>
                    </a:xfrm>
                    <a:prstGeom prst="line">
                      <a:avLst/>
                    </a:prstGeom>
                    <a:ln w="28575">
                      <a:solidFill>
                        <a:srgbClr val="ABCCCC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" name="Connettore diritto 413">
                      <a:extLst>
                        <a:ext uri="{FF2B5EF4-FFF2-40B4-BE49-F238E27FC236}">
                          <a16:creationId xmlns:a16="http://schemas.microsoft.com/office/drawing/2014/main" id="{11A163F2-F074-03A1-41E3-E867FA3345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5987295" y="2237484"/>
                      <a:ext cx="695952" cy="574832"/>
                    </a:xfrm>
                    <a:prstGeom prst="line">
                      <a:avLst/>
                    </a:prstGeom>
                    <a:ln w="28575">
                      <a:solidFill>
                        <a:srgbClr val="9ED1D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399" name="Connettore diritto 398">
                  <a:extLst>
                    <a:ext uri="{FF2B5EF4-FFF2-40B4-BE49-F238E27FC236}">
                      <a16:creationId xmlns:a16="http://schemas.microsoft.com/office/drawing/2014/main" id="{A22B4C5C-A238-DD2B-AE8C-86313F5F7D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67519" y="2445203"/>
                  <a:ext cx="1158019" cy="1655083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Connettore diritto 399">
                  <a:extLst>
                    <a:ext uri="{FF2B5EF4-FFF2-40B4-BE49-F238E27FC236}">
                      <a16:creationId xmlns:a16="http://schemas.microsoft.com/office/drawing/2014/main" id="{A6D26D37-045F-B63F-C3BD-5E13F0198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78876" y="2448381"/>
                  <a:ext cx="917737" cy="980619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Connettore diritto 400">
                  <a:extLst>
                    <a:ext uri="{FF2B5EF4-FFF2-40B4-BE49-F238E27FC236}">
                      <a16:creationId xmlns:a16="http://schemas.microsoft.com/office/drawing/2014/main" id="{5DB30A68-780B-F3E1-9CFA-6945F93910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6983" y="2128854"/>
                  <a:ext cx="493059" cy="1294135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Connettore diritto 401">
                  <a:extLst>
                    <a:ext uri="{FF2B5EF4-FFF2-40B4-BE49-F238E27FC236}">
                      <a16:creationId xmlns:a16="http://schemas.microsoft.com/office/drawing/2014/main" id="{98E7D13D-3782-6115-0463-23664657E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9747" y="2165535"/>
                  <a:ext cx="430119" cy="256720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Connettore diritto 402">
                  <a:extLst>
                    <a:ext uri="{FF2B5EF4-FFF2-40B4-BE49-F238E27FC236}">
                      <a16:creationId xmlns:a16="http://schemas.microsoft.com/office/drawing/2014/main" id="{548483B2-11A5-4199-1703-08633636F6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92614" y="1955221"/>
                  <a:ext cx="194248" cy="701637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Connettore diritto 403">
                  <a:extLst>
                    <a:ext uri="{FF2B5EF4-FFF2-40B4-BE49-F238E27FC236}">
                      <a16:creationId xmlns:a16="http://schemas.microsoft.com/office/drawing/2014/main" id="{955AF820-BFC1-2447-3A48-AC8BD372FF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40518" y="2250227"/>
                  <a:ext cx="1046777" cy="412440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Connettore diritto 404">
                  <a:extLst>
                    <a:ext uri="{FF2B5EF4-FFF2-40B4-BE49-F238E27FC236}">
                      <a16:creationId xmlns:a16="http://schemas.microsoft.com/office/drawing/2014/main" id="{7AA22B04-C781-0554-49FB-B836161FB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04159" y="1927054"/>
                  <a:ext cx="530992" cy="1100238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Connettore diritto 405">
                  <a:extLst>
                    <a:ext uri="{FF2B5EF4-FFF2-40B4-BE49-F238E27FC236}">
                      <a16:creationId xmlns:a16="http://schemas.microsoft.com/office/drawing/2014/main" id="{14BC1BEB-8FE1-F191-B926-DB1D922BF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44277" y="2139681"/>
                  <a:ext cx="733072" cy="531446"/>
                </a:xfrm>
                <a:prstGeom prst="line">
                  <a:avLst/>
                </a:prstGeom>
                <a:ln w="25400">
                  <a:solidFill>
                    <a:srgbClr val="8EBED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4" name="Ovale 373">
                <a:extLst>
                  <a:ext uri="{FF2B5EF4-FFF2-40B4-BE49-F238E27FC236}">
                    <a16:creationId xmlns:a16="http://schemas.microsoft.com/office/drawing/2014/main" id="{2628365D-1205-024B-F87B-822C907DECD0}"/>
                  </a:ext>
                </a:extLst>
              </p:cNvPr>
              <p:cNvSpPr/>
              <p:nvPr/>
            </p:nvSpPr>
            <p:spPr>
              <a:xfrm>
                <a:off x="4865041" y="783445"/>
                <a:ext cx="137886" cy="137886"/>
              </a:xfrm>
              <a:prstGeom prst="ellipse">
                <a:avLst/>
              </a:prstGeom>
              <a:solidFill>
                <a:srgbClr val="A5D7D4"/>
              </a:solidFill>
              <a:ln>
                <a:solidFill>
                  <a:srgbClr val="A5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5" name="Ovale 374">
                <a:extLst>
                  <a:ext uri="{FF2B5EF4-FFF2-40B4-BE49-F238E27FC236}">
                    <a16:creationId xmlns:a16="http://schemas.microsoft.com/office/drawing/2014/main" id="{42691F01-EB4D-CC22-DF84-9F3566BFF55B}"/>
                  </a:ext>
                </a:extLst>
              </p:cNvPr>
              <p:cNvSpPr/>
              <p:nvPr/>
            </p:nvSpPr>
            <p:spPr>
              <a:xfrm>
                <a:off x="5941503" y="775148"/>
                <a:ext cx="137886" cy="137886"/>
              </a:xfrm>
              <a:prstGeom prst="ellipse">
                <a:avLst/>
              </a:prstGeom>
              <a:solidFill>
                <a:srgbClr val="A5D7D4"/>
              </a:solidFill>
              <a:ln>
                <a:solidFill>
                  <a:srgbClr val="A5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6" name="Ovale 375">
                <a:extLst>
                  <a:ext uri="{FF2B5EF4-FFF2-40B4-BE49-F238E27FC236}">
                    <a16:creationId xmlns:a16="http://schemas.microsoft.com/office/drawing/2014/main" id="{6DA6B66F-6D81-C486-3552-78CDF87E1B18}"/>
                  </a:ext>
                </a:extLst>
              </p:cNvPr>
              <p:cNvSpPr/>
              <p:nvPr/>
            </p:nvSpPr>
            <p:spPr>
              <a:xfrm>
                <a:off x="6793698" y="1430677"/>
                <a:ext cx="137886" cy="137886"/>
              </a:xfrm>
              <a:prstGeom prst="ellipse">
                <a:avLst/>
              </a:prstGeom>
              <a:solidFill>
                <a:srgbClr val="A5D7D4"/>
              </a:solidFill>
              <a:ln>
                <a:solidFill>
                  <a:srgbClr val="A5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7" name="Ovale 376">
                <a:extLst>
                  <a:ext uri="{FF2B5EF4-FFF2-40B4-BE49-F238E27FC236}">
                    <a16:creationId xmlns:a16="http://schemas.microsoft.com/office/drawing/2014/main" id="{EAA828CE-4933-D908-5B7F-A768C81AD129}"/>
                  </a:ext>
                </a:extLst>
              </p:cNvPr>
              <p:cNvSpPr/>
              <p:nvPr/>
            </p:nvSpPr>
            <p:spPr>
              <a:xfrm>
                <a:off x="7098247" y="2446223"/>
                <a:ext cx="137886" cy="137886"/>
              </a:xfrm>
              <a:prstGeom prst="ellipse">
                <a:avLst/>
              </a:prstGeom>
              <a:solidFill>
                <a:srgbClr val="A5D7D4"/>
              </a:solidFill>
              <a:ln>
                <a:solidFill>
                  <a:srgbClr val="A5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8" name="Ovale 377">
                <a:extLst>
                  <a:ext uri="{FF2B5EF4-FFF2-40B4-BE49-F238E27FC236}">
                    <a16:creationId xmlns:a16="http://schemas.microsoft.com/office/drawing/2014/main" id="{04757CEF-F3F0-7B85-1EB9-C486840B27C1}"/>
                  </a:ext>
                </a:extLst>
              </p:cNvPr>
              <p:cNvSpPr/>
              <p:nvPr/>
            </p:nvSpPr>
            <p:spPr>
              <a:xfrm>
                <a:off x="6150522" y="1458315"/>
                <a:ext cx="137886" cy="137886"/>
              </a:xfrm>
              <a:prstGeom prst="ellipse">
                <a:avLst/>
              </a:prstGeom>
              <a:solidFill>
                <a:srgbClr val="A5D7D4"/>
              </a:solidFill>
              <a:ln>
                <a:solidFill>
                  <a:srgbClr val="A5D7D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9" name="Ovale 378">
                <a:extLst>
                  <a:ext uri="{FF2B5EF4-FFF2-40B4-BE49-F238E27FC236}">
                    <a16:creationId xmlns:a16="http://schemas.microsoft.com/office/drawing/2014/main" id="{D8B19C88-055C-BFCE-EA69-35E64C70B511}"/>
                  </a:ext>
                </a:extLst>
              </p:cNvPr>
              <p:cNvSpPr/>
              <p:nvPr/>
            </p:nvSpPr>
            <p:spPr>
              <a:xfrm>
                <a:off x="4933984" y="1155661"/>
                <a:ext cx="137886" cy="137886"/>
              </a:xfrm>
              <a:prstGeom prst="ellipse">
                <a:avLst/>
              </a:prstGeom>
              <a:solidFill>
                <a:srgbClr val="9D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0" name="Ovale 379">
                <a:extLst>
                  <a:ext uri="{FF2B5EF4-FFF2-40B4-BE49-F238E27FC236}">
                    <a16:creationId xmlns:a16="http://schemas.microsoft.com/office/drawing/2014/main" id="{FE3A1187-8ECD-0801-5B38-AF0F783A6559}"/>
                  </a:ext>
                </a:extLst>
              </p:cNvPr>
              <p:cNvSpPr/>
              <p:nvPr/>
            </p:nvSpPr>
            <p:spPr>
              <a:xfrm>
                <a:off x="5104618" y="1855848"/>
                <a:ext cx="137886" cy="137886"/>
              </a:xfrm>
              <a:prstGeom prst="ellipse">
                <a:avLst/>
              </a:prstGeom>
              <a:solidFill>
                <a:srgbClr val="9D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1" name="Ovale 380">
                <a:extLst>
                  <a:ext uri="{FF2B5EF4-FFF2-40B4-BE49-F238E27FC236}">
                    <a16:creationId xmlns:a16="http://schemas.microsoft.com/office/drawing/2014/main" id="{28BE8CC3-DC40-542B-91D3-3D9C2AEC52E4}"/>
                  </a:ext>
                </a:extLst>
              </p:cNvPr>
              <p:cNvSpPr/>
              <p:nvPr/>
            </p:nvSpPr>
            <p:spPr>
              <a:xfrm>
                <a:off x="5917912" y="2186291"/>
                <a:ext cx="137886" cy="137886"/>
              </a:xfrm>
              <a:prstGeom prst="ellipse">
                <a:avLst/>
              </a:prstGeom>
              <a:solidFill>
                <a:srgbClr val="9D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2" name="Ovale 381">
                <a:extLst>
                  <a:ext uri="{FF2B5EF4-FFF2-40B4-BE49-F238E27FC236}">
                    <a16:creationId xmlns:a16="http://schemas.microsoft.com/office/drawing/2014/main" id="{54501D40-5283-8AEE-1A0A-05912F34EC26}"/>
                  </a:ext>
                </a:extLst>
              </p:cNvPr>
              <p:cNvSpPr/>
              <p:nvPr/>
            </p:nvSpPr>
            <p:spPr>
              <a:xfrm>
                <a:off x="6620972" y="2723701"/>
                <a:ext cx="137886" cy="137886"/>
              </a:xfrm>
              <a:prstGeom prst="ellipse">
                <a:avLst/>
              </a:prstGeom>
              <a:solidFill>
                <a:srgbClr val="9D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3" name="Ovale 382">
                <a:extLst>
                  <a:ext uri="{FF2B5EF4-FFF2-40B4-BE49-F238E27FC236}">
                    <a16:creationId xmlns:a16="http://schemas.microsoft.com/office/drawing/2014/main" id="{EB73AEE4-7EFB-E441-FC39-88807DD2CEE1}"/>
                  </a:ext>
                </a:extLst>
              </p:cNvPr>
              <p:cNvSpPr/>
              <p:nvPr/>
            </p:nvSpPr>
            <p:spPr>
              <a:xfrm>
                <a:off x="6755253" y="3447440"/>
                <a:ext cx="137886" cy="137886"/>
              </a:xfrm>
              <a:prstGeom prst="ellipse">
                <a:avLst/>
              </a:prstGeom>
              <a:solidFill>
                <a:srgbClr val="9D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4" name="Ovale 383">
                <a:extLst>
                  <a:ext uri="{FF2B5EF4-FFF2-40B4-BE49-F238E27FC236}">
                    <a16:creationId xmlns:a16="http://schemas.microsoft.com/office/drawing/2014/main" id="{702B979E-CDC2-834C-A8B0-05494FA329E7}"/>
                  </a:ext>
                </a:extLst>
              </p:cNvPr>
              <p:cNvSpPr/>
              <p:nvPr/>
            </p:nvSpPr>
            <p:spPr>
              <a:xfrm>
                <a:off x="5905074" y="4028536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5" name="Ovale 384">
                <a:extLst>
                  <a:ext uri="{FF2B5EF4-FFF2-40B4-BE49-F238E27FC236}">
                    <a16:creationId xmlns:a16="http://schemas.microsoft.com/office/drawing/2014/main" id="{735C3E03-B221-315E-2A92-017A3F2E78A7}"/>
                  </a:ext>
                </a:extLst>
              </p:cNvPr>
              <p:cNvSpPr/>
              <p:nvPr/>
            </p:nvSpPr>
            <p:spPr>
              <a:xfrm>
                <a:off x="3993850" y="3381828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6" name="Ovale 385">
                <a:extLst>
                  <a:ext uri="{FF2B5EF4-FFF2-40B4-BE49-F238E27FC236}">
                    <a16:creationId xmlns:a16="http://schemas.microsoft.com/office/drawing/2014/main" id="{157695CF-ACAA-9EC0-7D5F-FD0AE9CE6242}"/>
                  </a:ext>
                </a:extLst>
              </p:cNvPr>
              <p:cNvSpPr/>
              <p:nvPr/>
            </p:nvSpPr>
            <p:spPr>
              <a:xfrm>
                <a:off x="3703779" y="2387504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7" name="Ovale 386">
                <a:extLst>
                  <a:ext uri="{FF2B5EF4-FFF2-40B4-BE49-F238E27FC236}">
                    <a16:creationId xmlns:a16="http://schemas.microsoft.com/office/drawing/2014/main" id="{5F67C5FB-D714-E5AF-CCFE-0D17EE611F65}"/>
                  </a:ext>
                </a:extLst>
              </p:cNvPr>
              <p:cNvSpPr/>
              <p:nvPr/>
            </p:nvSpPr>
            <p:spPr>
              <a:xfrm>
                <a:off x="4155186" y="2083358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8" name="Ovale 387">
                <a:extLst>
                  <a:ext uri="{FF2B5EF4-FFF2-40B4-BE49-F238E27FC236}">
                    <a16:creationId xmlns:a16="http://schemas.microsoft.com/office/drawing/2014/main" id="{46D6300B-9670-D769-350A-EBC1755349F3}"/>
                  </a:ext>
                </a:extLst>
              </p:cNvPr>
              <p:cNvSpPr/>
              <p:nvPr/>
            </p:nvSpPr>
            <p:spPr>
              <a:xfrm>
                <a:off x="4027950" y="1372508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9" name="Ovale 388">
                <a:extLst>
                  <a:ext uri="{FF2B5EF4-FFF2-40B4-BE49-F238E27FC236}">
                    <a16:creationId xmlns:a16="http://schemas.microsoft.com/office/drawing/2014/main" id="{F8149B32-22F7-872A-FD57-311BD4E904E5}"/>
                  </a:ext>
                </a:extLst>
              </p:cNvPr>
              <p:cNvSpPr/>
              <p:nvPr/>
            </p:nvSpPr>
            <p:spPr>
              <a:xfrm>
                <a:off x="4888334" y="2584324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0" name="Ovale 389">
                <a:extLst>
                  <a:ext uri="{FF2B5EF4-FFF2-40B4-BE49-F238E27FC236}">
                    <a16:creationId xmlns:a16="http://schemas.microsoft.com/office/drawing/2014/main" id="{6F1FE561-AF82-F752-C416-1027504E679A}"/>
                  </a:ext>
                </a:extLst>
              </p:cNvPr>
              <p:cNvSpPr/>
              <p:nvPr/>
            </p:nvSpPr>
            <p:spPr>
              <a:xfrm>
                <a:off x="5685855" y="2963472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1" name="Ovale 390">
                <a:extLst>
                  <a:ext uri="{FF2B5EF4-FFF2-40B4-BE49-F238E27FC236}">
                    <a16:creationId xmlns:a16="http://schemas.microsoft.com/office/drawing/2014/main" id="{7D391A45-5A57-9D42-9C58-2A95948801FE}"/>
                  </a:ext>
                </a:extLst>
              </p:cNvPr>
              <p:cNvSpPr/>
              <p:nvPr/>
            </p:nvSpPr>
            <p:spPr>
              <a:xfrm>
                <a:off x="5882317" y="3647437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2" name="Ovale 391">
                <a:extLst>
                  <a:ext uri="{FF2B5EF4-FFF2-40B4-BE49-F238E27FC236}">
                    <a16:creationId xmlns:a16="http://schemas.microsoft.com/office/drawing/2014/main" id="{C038D284-88CA-4149-0B01-49159A0E6AD3}"/>
                  </a:ext>
                </a:extLst>
              </p:cNvPr>
              <p:cNvSpPr/>
              <p:nvPr/>
            </p:nvSpPr>
            <p:spPr>
              <a:xfrm>
                <a:off x="4621053" y="3361460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3" name="Ovale 392">
                <a:extLst>
                  <a:ext uri="{FF2B5EF4-FFF2-40B4-BE49-F238E27FC236}">
                    <a16:creationId xmlns:a16="http://schemas.microsoft.com/office/drawing/2014/main" id="{9682A349-0F0A-81FB-A790-1395B893820B}"/>
                  </a:ext>
                </a:extLst>
              </p:cNvPr>
              <p:cNvSpPr/>
              <p:nvPr/>
            </p:nvSpPr>
            <p:spPr>
              <a:xfrm>
                <a:off x="4841557" y="4034778"/>
                <a:ext cx="137886" cy="137886"/>
              </a:xfrm>
              <a:prstGeom prst="ellipse">
                <a:avLst/>
              </a:prstGeom>
              <a:solidFill>
                <a:srgbClr val="8FC3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452" name="CasellaDiTesto 451">
            <a:extLst>
              <a:ext uri="{FF2B5EF4-FFF2-40B4-BE49-F238E27FC236}">
                <a16:creationId xmlns:a16="http://schemas.microsoft.com/office/drawing/2014/main" id="{8E0B2D1A-2BED-D55C-12C6-0F2026AD0460}"/>
              </a:ext>
            </a:extLst>
          </p:cNvPr>
          <p:cNvSpPr txBox="1"/>
          <p:nvPr/>
        </p:nvSpPr>
        <p:spPr>
          <a:xfrm>
            <a:off x="3218107" y="4462192"/>
            <a:ext cx="4604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Metropolis" panose="00000500000000000000" pitchFamily="50" charset="0"/>
              </a:rPr>
              <a:t>IOT</a:t>
            </a:r>
            <a:r>
              <a:rPr lang="el-GR" sz="3200" dirty="0"/>
              <a:t>Λ</a:t>
            </a:r>
            <a:r>
              <a:rPr lang="el-GR" sz="3200" dirty="0">
                <a:latin typeface="Metropolis" panose="00000500000000000000" pitchFamily="50" charset="0"/>
              </a:rPr>
              <a:t> </a:t>
            </a:r>
            <a:r>
              <a:rPr lang="en-GB" sz="3200" dirty="0">
                <a:latin typeface="Metropolis" panose="00000500000000000000" pitchFamily="50" charset="0"/>
              </a:rPr>
              <a:t>Distributed Oracle</a:t>
            </a:r>
          </a:p>
        </p:txBody>
      </p:sp>
    </p:spTree>
    <p:extLst>
      <p:ext uri="{BB962C8B-B14F-4D97-AF65-F5344CB8AC3E}">
        <p14:creationId xmlns:p14="http://schemas.microsoft.com/office/powerpoint/2010/main" val="3990108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Metropolis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Della Valle</dc:creator>
  <cp:lastModifiedBy>Stefano Della Valle</cp:lastModifiedBy>
  <cp:revision>3</cp:revision>
  <dcterms:created xsi:type="dcterms:W3CDTF">2026-04-10T11:35:00Z</dcterms:created>
  <dcterms:modified xsi:type="dcterms:W3CDTF">2026-04-10T12:41:12Z</dcterms:modified>
</cp:coreProperties>
</file>